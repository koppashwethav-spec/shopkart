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731520"/>
            <a:ext cx="2194560" cy="2194560"/>
          </a:xfrm>
          <a:prstGeom prst="rect">
            <a:avLst>
              <a:gd name="adj" fmla="val 6250"/>
            </a:avLst>
          </a:prstGeom>
          <a:solidFill>
            <a:srgbClr val="16213E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0" y="73152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🛒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65760" y="54864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Web Application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Flipkart-style shopping platform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by: Shwetha V Koppa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https://shopkart-etg6.onrender.com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github.com/koppashwethav-spec/shopkart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834640" cy="3474720"/>
          </a:xfrm>
          <a:prstGeom prst="rect">
            <a:avLst>
              <a:gd name="adj" fmla="val 3226"/>
            </a:avLst>
          </a:prstGeom>
          <a:solidFill>
            <a:srgbClr val="1621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online shopping platform inspired by Flipkart with full buying experience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834640" cy="3474720"/>
          </a:xfrm>
          <a:prstGeom prst="rect">
            <a:avLst>
              <a:gd name="adj" fmla="val 3226"/>
            </a:avLst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0058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👩‍💻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375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233172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solo by Shwetha V Koppa as a full-stack project using modern technologies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914400"/>
            <a:ext cx="2834640" cy="3474720"/>
          </a:xfrm>
          <a:prstGeom prst="rect">
            <a:avLst>
              <a:gd name="adj" fmla="val 3226"/>
            </a:avLst>
          </a:prstGeom>
          <a:solidFill>
            <a:srgbClr val="16213E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0058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🌐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09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5080" y="233172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Render.com with PostgreSQL cloud database, accessible 24/7 worldwide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— A project that demonstrates real-world full-stack web development skills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1645920"/>
          </a:xfrm>
          <a:prstGeom prst="rect">
            <a:avLst>
              <a:gd name="adj" fmla="val 5556"/>
            </a:avLst>
          </a:prstGeom>
          <a:solidFill>
            <a:srgbClr val="16213E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60120"/>
            <a:ext cx="2743200" cy="73152"/>
          </a:xfrm>
          <a:prstGeom prst="rect">
            <a:avLst/>
          </a:prstGeom>
          <a:solidFill>
            <a:srgbClr val="F8982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Backend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 + Java 17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43200" cy="1645920"/>
          </a:xfrm>
          <a:prstGeom prst="rect">
            <a:avLst>
              <a:gd name="adj" fmla="val 5556"/>
            </a:avLst>
          </a:prstGeom>
          <a:solidFill>
            <a:srgbClr val="16213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960120"/>
            <a:ext cx="2743200" cy="73152"/>
          </a:xfrm>
          <a:prstGeom prst="rect">
            <a:avLst/>
          </a:prstGeom>
          <a:solidFill>
            <a:srgbClr val="336791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  Database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1554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on Render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960120"/>
            <a:ext cx="2743200" cy="1645920"/>
          </a:xfrm>
          <a:prstGeom prst="rect">
            <a:avLst>
              <a:gd name="adj" fmla="val 5556"/>
            </a:avLst>
          </a:prstGeom>
          <a:solidFill>
            <a:srgbClr val="16213E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960120"/>
            <a:ext cx="2743200" cy="73152"/>
          </a:xfrm>
          <a:prstGeom prst="rect">
            <a:avLst/>
          </a:prstGeom>
          <a:solidFill>
            <a:srgbClr val="E34C26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Frontend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1554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 + JavaScript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880360"/>
            <a:ext cx="2743200" cy="1645920"/>
          </a:xfrm>
          <a:prstGeom prst="rect">
            <a:avLst>
              <a:gd name="adj" fmla="val 5556"/>
            </a:avLst>
          </a:prstGeom>
          <a:solidFill>
            <a:srgbClr val="16213E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" y="2880360"/>
            <a:ext cx="2743200" cy="73152"/>
          </a:xfrm>
          <a:prstGeom prst="rect">
            <a:avLst/>
          </a:prstGeom>
          <a:solidFill>
            <a:srgbClr val="59666C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017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ORM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34747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+ Hibernate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2880360"/>
            <a:ext cx="2743200" cy="1645920"/>
          </a:xfrm>
          <a:prstGeom prst="rect">
            <a:avLst>
              <a:gd name="adj" fmla="val 5556"/>
            </a:avLst>
          </a:prstGeom>
          <a:solidFill>
            <a:srgbClr val="16213E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0" y="2880360"/>
            <a:ext cx="2743200" cy="73152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3017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Container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91840" y="34747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(Multi-stage build)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2880360"/>
            <a:ext cx="2743200" cy="1645920"/>
          </a:xfrm>
          <a:prstGeom prst="rect">
            <a:avLst>
              <a:gd name="adj" fmla="val 5556"/>
            </a:avLst>
          </a:prstGeom>
          <a:solidFill>
            <a:srgbClr val="16213E"/>
          </a:solidFill>
          <a:ln/>
        </p:spPr>
      </p:sp>
      <p:sp>
        <p:nvSpPr>
          <p:cNvPr id="26" name="Shape 24"/>
          <p:cNvSpPr/>
          <p:nvPr/>
        </p:nvSpPr>
        <p:spPr>
          <a:xfrm>
            <a:off x="6126480" y="2880360"/>
            <a:ext cx="2743200" cy="73152"/>
          </a:xfrm>
          <a:prstGeom prst="rect">
            <a:avLst/>
          </a:prstGeom>
          <a:solidFill>
            <a:srgbClr val="46E3B7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3017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Hosting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7920" y="34747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 Cloud Platform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206240" cy="822960"/>
          </a:xfrm>
          <a:prstGeom prst="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2412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Homepage with hero slider, flash deals &amp; countdown timer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206240" cy="822960"/>
          </a:xfrm>
          <a:prstGeom prst="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02412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Advanced search with category, price &amp; rating filters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4206240" cy="822960"/>
          </a:xfrm>
          <a:prstGeom prst="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02996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Shopping cart sidebar with real-time quantity updates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920240"/>
            <a:ext cx="4206240" cy="822960"/>
          </a:xfrm>
          <a:prstGeom prst="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202996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Checkout page with multiple payment options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4206240" cy="822960"/>
          </a:xfrm>
          <a:prstGeom prst="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03580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 registration, login &amp; profile management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4206240" cy="822960"/>
          </a:xfrm>
          <a:prstGeom prst="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303580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👨‍💼  Admin dashboard with charts, product &amp; order management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931920"/>
            <a:ext cx="4206240" cy="822960"/>
          </a:xfrm>
          <a:prstGeom prst="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404164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Product reviews with star rating system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931920"/>
            <a:ext cx="4206240" cy="822960"/>
          </a:xfrm>
          <a:prstGeom prst="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404164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Fully responsive design for mobile &amp; desktop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PAGES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011680" cy="1737360"/>
          </a:xfrm>
          <a:prstGeom prst="rect">
            <a:avLst>
              <a:gd name="adj" fmla="val 5263"/>
            </a:avLst>
          </a:prstGeom>
          <a:solidFill>
            <a:srgbClr val="16213E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914400"/>
            <a:ext cx="2011680" cy="2743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280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914400"/>
            <a:ext cx="2011680" cy="1737360"/>
          </a:xfrm>
          <a:prstGeom prst="rect">
            <a:avLst>
              <a:gd name="adj" fmla="val 5263"/>
            </a:avLst>
          </a:prstGeom>
          <a:solidFill>
            <a:srgbClr val="16213E"/>
          </a:solidFill>
          <a:ln/>
        </p:spPr>
      </p:sp>
      <p:sp>
        <p:nvSpPr>
          <p:cNvPr id="10" name="Shape 8"/>
          <p:cNvSpPr/>
          <p:nvPr/>
        </p:nvSpPr>
        <p:spPr>
          <a:xfrm>
            <a:off x="2423160" y="914400"/>
            <a:ext cx="2011680" cy="27432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280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1828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product.html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914400"/>
            <a:ext cx="2011680" cy="1737360"/>
          </a:xfrm>
          <a:prstGeom prst="rect">
            <a:avLst>
              <a:gd name="adj" fmla="val 5263"/>
            </a:avLst>
          </a:prstGeom>
          <a:solidFill>
            <a:srgbClr val="16213E"/>
          </a:solidFill>
          <a:ln/>
        </p:spPr>
      </p:sp>
      <p:sp>
        <p:nvSpPr>
          <p:cNvPr id="14" name="Shape 12"/>
          <p:cNvSpPr/>
          <p:nvPr/>
        </p:nvSpPr>
        <p:spPr>
          <a:xfrm>
            <a:off x="4617720" y="914400"/>
            <a:ext cx="2011680" cy="27432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280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1828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checkout.html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914400"/>
            <a:ext cx="2011680" cy="1737360"/>
          </a:xfrm>
          <a:prstGeom prst="rect">
            <a:avLst>
              <a:gd name="adj" fmla="val 5263"/>
            </a:avLst>
          </a:prstGeom>
          <a:solidFill>
            <a:srgbClr val="16213E"/>
          </a:solidFill>
          <a:ln/>
        </p:spPr>
      </p:sp>
      <p:sp>
        <p:nvSpPr>
          <p:cNvPr id="18" name="Shape 16"/>
          <p:cNvSpPr/>
          <p:nvPr/>
        </p:nvSpPr>
        <p:spPr>
          <a:xfrm>
            <a:off x="6812280" y="914400"/>
            <a:ext cx="2011680" cy="2743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1280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0" y="1828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admin.html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926080"/>
            <a:ext cx="2011680" cy="1737360"/>
          </a:xfrm>
          <a:prstGeom prst="rect">
            <a:avLst>
              <a:gd name="adj" fmla="val 5263"/>
            </a:avLst>
          </a:prstGeom>
          <a:solidFill>
            <a:srgbClr val="16213E"/>
          </a:solidFill>
          <a:ln/>
        </p:spPr>
      </p:sp>
      <p:sp>
        <p:nvSpPr>
          <p:cNvPr id="22" name="Shape 20"/>
          <p:cNvSpPr/>
          <p:nvPr/>
        </p:nvSpPr>
        <p:spPr>
          <a:xfrm>
            <a:off x="228600" y="2926080"/>
            <a:ext cx="2011680" cy="274320"/>
          </a:xfrm>
          <a:prstGeom prst="rect">
            <a:avLst/>
          </a:prstGeom>
          <a:solidFill>
            <a:srgbClr val="9F7AEA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291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Login/Register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74320" y="3840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login.html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23160" y="2926080"/>
            <a:ext cx="2011680" cy="1737360"/>
          </a:xfrm>
          <a:prstGeom prst="rect">
            <a:avLst>
              <a:gd name="adj" fmla="val 5263"/>
            </a:avLst>
          </a:prstGeom>
          <a:solidFill>
            <a:srgbClr val="16213E"/>
          </a:solidFill>
          <a:ln/>
        </p:spPr>
      </p:sp>
      <p:sp>
        <p:nvSpPr>
          <p:cNvPr id="26" name="Shape 24"/>
          <p:cNvSpPr/>
          <p:nvPr/>
        </p:nvSpPr>
        <p:spPr>
          <a:xfrm>
            <a:off x="2423160" y="2926080"/>
            <a:ext cx="2011680" cy="274320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27" name="Text 25"/>
          <p:cNvSpPr/>
          <p:nvPr/>
        </p:nvSpPr>
        <p:spPr>
          <a:xfrm>
            <a:off x="2468880" y="3291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468880" y="3840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profile.html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2926080"/>
            <a:ext cx="2011680" cy="1737360"/>
          </a:xfrm>
          <a:prstGeom prst="rect">
            <a:avLst>
              <a:gd name="adj" fmla="val 5263"/>
            </a:avLst>
          </a:prstGeom>
          <a:solidFill>
            <a:srgbClr val="16213E"/>
          </a:solidFill>
          <a:ln/>
        </p:spPr>
      </p:sp>
      <p:sp>
        <p:nvSpPr>
          <p:cNvPr id="30" name="Shape 28"/>
          <p:cNvSpPr/>
          <p:nvPr/>
        </p:nvSpPr>
        <p:spPr>
          <a:xfrm>
            <a:off x="4617720" y="2926080"/>
            <a:ext cx="2011680" cy="274320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3291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663440" y="3840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search.html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384048"/>
          </a:xfrm>
          <a:prstGeom prst="rect">
            <a:avLst>
              <a:gd name="adj" fmla="val 11905"/>
            </a:avLst>
          </a:prstGeom>
          <a:solidFill>
            <a:srgbClr val="16213E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777240" cy="384048"/>
          </a:xfrm>
          <a:prstGeom prst="rect">
            <a:avLst>
              <a:gd name="adj" fmla="val 11905"/>
            </a:avLst>
          </a:prstGeom>
          <a:solidFill>
            <a:srgbClr val="48BB7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144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" y="95097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95097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all products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371600"/>
            <a:ext cx="8595360" cy="384048"/>
          </a:xfrm>
          <a:prstGeom prst="rect">
            <a:avLst>
              <a:gd name="adj" fmla="val 11905"/>
            </a:avLst>
          </a:prstGeom>
          <a:solidFill>
            <a:srgbClr val="16213E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371600"/>
            <a:ext cx="777240" cy="384048"/>
          </a:xfrm>
          <a:prstGeom prst="rect">
            <a:avLst>
              <a:gd name="adj" fmla="val 11905"/>
            </a:avLst>
          </a:prstGeom>
          <a:solidFill>
            <a:srgbClr val="4299E1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3716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3000" y="140817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140817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product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828800"/>
            <a:ext cx="8595360" cy="384048"/>
          </a:xfrm>
          <a:prstGeom prst="rect">
            <a:avLst>
              <a:gd name="adj" fmla="val 11905"/>
            </a:avLst>
          </a:prstGeom>
          <a:solidFill>
            <a:srgbClr val="16213E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1828800"/>
            <a:ext cx="777240" cy="384048"/>
          </a:xfrm>
          <a:prstGeom prst="rect">
            <a:avLst>
              <a:gd name="adj" fmla="val 11905"/>
            </a:avLst>
          </a:prstGeom>
          <a:solidFill>
            <a:srgbClr val="ED8936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18288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" y="186537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/api/products/{id}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186537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product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286000"/>
            <a:ext cx="8595360" cy="384048"/>
          </a:xfrm>
          <a:prstGeom prst="rect">
            <a:avLst>
              <a:gd name="adj" fmla="val 11905"/>
            </a:avLst>
          </a:prstGeom>
          <a:solidFill>
            <a:srgbClr val="16213E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2286000"/>
            <a:ext cx="777240" cy="384048"/>
          </a:xfrm>
          <a:prstGeom prst="rect">
            <a:avLst>
              <a:gd name="adj" fmla="val 11905"/>
            </a:avLst>
          </a:prstGeom>
          <a:solidFill>
            <a:srgbClr val="E94560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22860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232257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/api/products/{id}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232257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product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743200"/>
            <a:ext cx="8595360" cy="384048"/>
          </a:xfrm>
          <a:prstGeom prst="rect">
            <a:avLst>
              <a:gd name="adj" fmla="val 11905"/>
            </a:avLst>
          </a:prstGeom>
          <a:solidFill>
            <a:srgbClr val="16213E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2743200"/>
            <a:ext cx="777240" cy="384048"/>
          </a:xfrm>
          <a:prstGeom prst="rect">
            <a:avLst>
              <a:gd name="adj" fmla="val 11905"/>
            </a:avLst>
          </a:prstGeom>
          <a:solidFill>
            <a:srgbClr val="4299E1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27432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" y="277977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0" y="277977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new order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200400"/>
            <a:ext cx="8595360" cy="384048"/>
          </a:xfrm>
          <a:prstGeom prst="rect">
            <a:avLst>
              <a:gd name="adj" fmla="val 11905"/>
            </a:avLst>
          </a:prstGeom>
          <a:solidFill>
            <a:srgbClr val="16213E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" y="3200400"/>
            <a:ext cx="777240" cy="384048"/>
          </a:xfrm>
          <a:prstGeom prst="rect">
            <a:avLst>
              <a:gd name="adj" fmla="val 11905"/>
            </a:avLst>
          </a:prstGeom>
          <a:solidFill>
            <a:srgbClr val="48BB78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32004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3000" y="323697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0" y="323697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all orders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3657600"/>
            <a:ext cx="8595360" cy="384048"/>
          </a:xfrm>
          <a:prstGeom prst="rect">
            <a:avLst>
              <a:gd name="adj" fmla="val 11905"/>
            </a:avLst>
          </a:prstGeom>
          <a:solidFill>
            <a:srgbClr val="16213E"/>
          </a:solidFill>
          <a:ln/>
        </p:spPr>
      </p:sp>
      <p:sp>
        <p:nvSpPr>
          <p:cNvPr id="36" name="Shape 34"/>
          <p:cNvSpPr/>
          <p:nvPr/>
        </p:nvSpPr>
        <p:spPr>
          <a:xfrm>
            <a:off x="274320" y="3657600"/>
            <a:ext cx="777240" cy="384048"/>
          </a:xfrm>
          <a:prstGeom prst="rect">
            <a:avLst>
              <a:gd name="adj" fmla="val 11905"/>
            </a:avLst>
          </a:prstGeom>
          <a:solidFill>
            <a:srgbClr val="4299E1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36576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43000" y="369417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/api/users/register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0" y="369417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user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4114800"/>
            <a:ext cx="8595360" cy="384048"/>
          </a:xfrm>
          <a:prstGeom prst="rect">
            <a:avLst>
              <a:gd name="adj" fmla="val 11905"/>
            </a:avLst>
          </a:prstGeom>
          <a:solidFill>
            <a:srgbClr val="16213E"/>
          </a:solidFill>
          <a:ln/>
        </p:spPr>
      </p:sp>
      <p:sp>
        <p:nvSpPr>
          <p:cNvPr id="41" name="Shape 39"/>
          <p:cNvSpPr/>
          <p:nvPr/>
        </p:nvSpPr>
        <p:spPr>
          <a:xfrm>
            <a:off x="274320" y="4114800"/>
            <a:ext cx="777240" cy="384048"/>
          </a:xfrm>
          <a:prstGeom prst="rect">
            <a:avLst>
              <a:gd name="adj" fmla="val 11905"/>
            </a:avLst>
          </a:prstGeom>
          <a:solidFill>
            <a:srgbClr val="4299E1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1148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43000" y="415137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/api/users/login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0" y="415137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user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74320" y="4572000"/>
            <a:ext cx="8595360" cy="384048"/>
          </a:xfrm>
          <a:prstGeom prst="rect">
            <a:avLst>
              <a:gd name="adj" fmla="val 11905"/>
            </a:avLst>
          </a:prstGeom>
          <a:solidFill>
            <a:srgbClr val="16213E"/>
          </a:solidFill>
          <a:ln/>
        </p:spPr>
      </p:sp>
      <p:sp>
        <p:nvSpPr>
          <p:cNvPr id="46" name="Shape 44"/>
          <p:cNvSpPr/>
          <p:nvPr/>
        </p:nvSpPr>
        <p:spPr>
          <a:xfrm>
            <a:off x="274320" y="4572000"/>
            <a:ext cx="777240" cy="384048"/>
          </a:xfrm>
          <a:prstGeom prst="rect">
            <a:avLst>
              <a:gd name="adj" fmla="val 11905"/>
            </a:avLst>
          </a:prstGeom>
          <a:solidFill>
            <a:srgbClr val="4299E1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45720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143000" y="460857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/api/reviews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0" y="460857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 review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51760" cy="1645920"/>
          </a:xfrm>
          <a:prstGeom prst="rect">
            <a:avLst>
              <a:gd name="adj" fmla="val 6667"/>
            </a:avLst>
          </a:prstGeom>
          <a:solidFill>
            <a:srgbClr val="16213E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2194560"/>
            <a:ext cx="2651760" cy="36576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📱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products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914400"/>
            <a:ext cx="2651760" cy="1645920"/>
          </a:xfrm>
          <a:prstGeom prst="rect">
            <a:avLst>
              <a:gd name="adj" fmla="val 6667"/>
            </a:avLst>
          </a:prstGeom>
          <a:solidFill>
            <a:srgbClr val="16213E"/>
          </a:solidFill>
          <a:ln/>
        </p:spPr>
      </p:sp>
      <p:sp>
        <p:nvSpPr>
          <p:cNvPr id="11" name="Shape 9"/>
          <p:cNvSpPr/>
          <p:nvPr/>
        </p:nvSpPr>
        <p:spPr>
          <a:xfrm>
            <a:off x="3246120" y="2194560"/>
            <a:ext cx="2651760" cy="365760"/>
          </a:xfrm>
          <a:prstGeom prst="rect">
            <a:avLst/>
          </a:prstGeom>
          <a:solidFill>
            <a:srgbClr val="9F7AEA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0058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👗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33756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37560" y="221284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products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914400"/>
            <a:ext cx="2651760" cy="1645920"/>
          </a:xfrm>
          <a:prstGeom prst="rect">
            <a:avLst>
              <a:gd name="adj" fmla="val 6667"/>
            </a:avLst>
          </a:prstGeom>
          <a:solidFill>
            <a:srgbClr val="16213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26480" y="2194560"/>
            <a:ext cx="2651760" cy="36576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0058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📚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21792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17920" y="221284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products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834640"/>
            <a:ext cx="2651760" cy="1645920"/>
          </a:xfrm>
          <a:prstGeom prst="rect">
            <a:avLst>
              <a:gd name="adj" fmla="val 6667"/>
            </a:avLst>
          </a:prstGeom>
          <a:solidFill>
            <a:srgbClr val="16213E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4114800"/>
            <a:ext cx="2651760" cy="3657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9260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⚽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457200" y="3703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413308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products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2834640"/>
            <a:ext cx="2651760" cy="1645920"/>
          </a:xfrm>
          <a:prstGeom prst="rect">
            <a:avLst>
              <a:gd name="adj" fmla="val 6667"/>
            </a:avLst>
          </a:prstGeom>
          <a:solidFill>
            <a:srgbClr val="16213E"/>
          </a:solidFill>
          <a:ln/>
        </p:spPr>
      </p:sp>
      <p:sp>
        <p:nvSpPr>
          <p:cNvPr id="26" name="Shape 24"/>
          <p:cNvSpPr/>
          <p:nvPr/>
        </p:nvSpPr>
        <p:spPr>
          <a:xfrm>
            <a:off x="3246120" y="4114800"/>
            <a:ext cx="2651760" cy="365760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27" name="Text 25"/>
          <p:cNvSpPr/>
          <p:nvPr/>
        </p:nvSpPr>
        <p:spPr>
          <a:xfrm>
            <a:off x="3246120" y="29260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🏠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3337560" y="3703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337560" y="413308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products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2834640"/>
            <a:ext cx="2651760" cy="1645920"/>
          </a:xfrm>
          <a:prstGeom prst="rect">
            <a:avLst>
              <a:gd name="adj" fmla="val 6667"/>
            </a:avLst>
          </a:prstGeom>
          <a:solidFill>
            <a:srgbClr val="16213E"/>
          </a:solidFill>
          <a:ln/>
        </p:spPr>
      </p:sp>
      <p:sp>
        <p:nvSpPr>
          <p:cNvPr id="31" name="Shape 29"/>
          <p:cNvSpPr/>
          <p:nvPr/>
        </p:nvSpPr>
        <p:spPr>
          <a:xfrm>
            <a:off x="6126480" y="4114800"/>
            <a:ext cx="2651760" cy="3657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0" y="29260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💄</a:t>
            </a:r>
            <a:endParaRPr lang="en-US" sz="4200" dirty="0"/>
          </a:p>
        </p:txBody>
      </p:sp>
      <p:sp>
        <p:nvSpPr>
          <p:cNvPr id="33" name="Text 31"/>
          <p:cNvSpPr/>
          <p:nvPr/>
        </p:nvSpPr>
        <p:spPr>
          <a:xfrm>
            <a:off x="6217920" y="3703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217920" y="413308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products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0" y="914400"/>
            <a:ext cx="2194560" cy="640080"/>
          </a:xfrm>
          <a:prstGeom prst="rect">
            <a:avLst>
              <a:gd name="adj" fmla="val 14286"/>
            </a:avLst>
          </a:prstGeom>
          <a:solidFill>
            <a:srgbClr val="4299E1"/>
          </a:solidFill>
          <a:ln/>
        </p:spPr>
      </p:sp>
      <p:sp>
        <p:nvSpPr>
          <p:cNvPr id="6" name="Text 4"/>
          <p:cNvSpPr/>
          <p:nvPr/>
        </p:nvSpPr>
        <p:spPr>
          <a:xfrm>
            <a:off x="3566160" y="914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User / Browser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1828800"/>
            <a:ext cx="3291840" cy="640080"/>
          </a:xfrm>
          <a:prstGeom prst="rect">
            <a:avLst>
              <a:gd name="adj" fmla="val 14286"/>
            </a:avLst>
          </a:prstGeom>
          <a:solidFill>
            <a:srgbClr val="48BB78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0" y="18288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Frontend (HTML/CSS/JS)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77440" y="2743200"/>
            <a:ext cx="4389120" cy="640080"/>
          </a:xfrm>
          <a:prstGeom prst="rect">
            <a:avLst>
              <a:gd name="adj" fmla="val 14286"/>
            </a:avLst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27432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Spring Boot REST API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0" y="3657600"/>
            <a:ext cx="3291840" cy="640080"/>
          </a:xfrm>
          <a:prstGeom prst="rect">
            <a:avLst>
              <a:gd name="adj" fmla="val 14286"/>
            </a:avLst>
          </a:prstGeom>
          <a:solidFill>
            <a:srgbClr val="336791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36576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 PostgreSQL Database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1554480"/>
            <a:ext cx="0" cy="274320"/>
          </a:xfrm>
          <a:prstGeom prst="line">
            <a:avLst/>
          </a:prstGeom>
          <a:noFill/>
          <a:ln w="25400">
            <a:solidFill>
              <a:srgbClr val="A0AE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468880"/>
            <a:ext cx="0" cy="274320"/>
          </a:xfrm>
          <a:prstGeom prst="line">
            <a:avLst/>
          </a:prstGeom>
          <a:noFill/>
          <a:ln w="25400">
            <a:solidFill>
              <a:srgbClr val="A0AE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3383280"/>
            <a:ext cx="0" cy="274320"/>
          </a:xfrm>
          <a:prstGeom prst="line">
            <a:avLst/>
          </a:prstGeom>
          <a:noFill/>
          <a:ln w="25400">
            <a:solidFill>
              <a:srgbClr val="A0AE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 Cloud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2651760"/>
            <a:ext cx="54864" cy="1737360"/>
          </a:xfrm>
          <a:prstGeom prst="rect">
            <a:avLst/>
          </a:prstGeom>
          <a:solidFill>
            <a:srgbClr val="A0AEC0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0" y="3063240"/>
            <a:ext cx="274320" cy="0"/>
          </a:xfrm>
          <a:prstGeom prst="line">
            <a:avLst/>
          </a:prstGeom>
          <a:noFill/>
          <a:ln w="12700">
            <a:solidFill>
              <a:srgbClr val="A0AE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3977640"/>
            <a:ext cx="274320" cy="0"/>
          </a:xfrm>
          <a:prstGeom prst="line">
            <a:avLst/>
          </a:prstGeom>
          <a:noFill/>
          <a:ln w="12700">
            <a:solidFill>
              <a:srgbClr val="A0AEC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685800"/>
          </a:xfrm>
          <a:prstGeom prst="rect">
            <a:avLst>
              <a:gd name="adj" fmla="val 10667"/>
            </a:avLst>
          </a:prstGeom>
          <a:solidFill>
            <a:srgbClr val="16213E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640080" cy="685800"/>
          </a:xfrm>
          <a:prstGeom prst="rect">
            <a:avLst>
              <a:gd name="adj" fmla="val 11429"/>
            </a:avLst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1440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9509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Push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26187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pushes code to GitHub repository (main branch)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719072"/>
            <a:ext cx="8595360" cy="685800"/>
          </a:xfrm>
          <a:prstGeom prst="rect">
            <a:avLst>
              <a:gd name="adj" fmla="val 10667"/>
            </a:avLst>
          </a:prstGeom>
          <a:solidFill>
            <a:srgbClr val="16213E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719072"/>
            <a:ext cx="640080" cy="685800"/>
          </a:xfrm>
          <a:prstGeom prst="rect">
            <a:avLst>
              <a:gd name="adj" fmla="val 11429"/>
            </a:avLst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719072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17556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06654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detects push and builds Docker image using Dockerfile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523744"/>
            <a:ext cx="8595360" cy="685800"/>
          </a:xfrm>
          <a:prstGeom prst="rect">
            <a:avLst>
              <a:gd name="adj" fmla="val 10667"/>
            </a:avLst>
          </a:prstGeom>
          <a:solidFill>
            <a:srgbClr val="16213E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2523744"/>
            <a:ext cx="640080" cy="685800"/>
          </a:xfrm>
          <a:prstGeom prst="rect">
            <a:avLst>
              <a:gd name="adj" fmla="val 11429"/>
            </a:avLst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523744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2560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Package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287121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packages Spring Boot app into executable JAR file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328416"/>
            <a:ext cx="8595360" cy="685800"/>
          </a:xfrm>
          <a:prstGeom prst="rect">
            <a:avLst>
              <a:gd name="adj" fmla="val 10667"/>
            </a:avLst>
          </a:prstGeom>
          <a:solidFill>
            <a:srgbClr val="16213E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328416"/>
            <a:ext cx="640080" cy="685800"/>
          </a:xfrm>
          <a:prstGeom prst="rect">
            <a:avLst>
              <a:gd name="adj" fmla="val 11429"/>
            </a:avLst>
          </a:prstGeom>
          <a:solidFill>
            <a:srgbClr val="E94560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328416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33649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367588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 starts with DATABASE_URL environment variable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133088"/>
            <a:ext cx="8595360" cy="685800"/>
          </a:xfrm>
          <a:prstGeom prst="rect">
            <a:avLst>
              <a:gd name="adj" fmla="val 10667"/>
            </a:avLst>
          </a:prstGeom>
          <a:solidFill>
            <a:srgbClr val="16213E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4133088"/>
            <a:ext cx="640080" cy="685800"/>
          </a:xfrm>
          <a:prstGeom prst="rect">
            <a:avLst>
              <a:gd name="adj" fmla="val 11429"/>
            </a:avLst>
          </a:prstGeom>
          <a:solidFill>
            <a:srgbClr val="E94560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133088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51560" y="416966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Live!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44805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connects to PostgreSQL and serves on port 8080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🎉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is live and ready to use!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71600" y="2468880"/>
            <a:ext cx="6400800" cy="502920"/>
          </a:xfrm>
          <a:prstGeom prst="rect">
            <a:avLst>
              <a:gd name="adj" fmla="val 14545"/>
            </a:avLst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246888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Live Website  →  https://shopkart-etg6.onrender.com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3063240"/>
            <a:ext cx="6400800" cy="502920"/>
          </a:xfrm>
          <a:prstGeom prst="rect">
            <a:avLst>
              <a:gd name="adj" fmla="val 14545"/>
            </a:avLst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306324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GitHub  →  github.com/koppashwethav-spec/shopkart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71600" y="3657600"/>
            <a:ext cx="6400800" cy="502920"/>
          </a:xfrm>
          <a:prstGeom prst="rect">
            <a:avLst>
              <a:gd name="adj" fmla="val 14545"/>
            </a:avLst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365760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👩‍💻 Developer  →  Shwetha V Koppa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❤️ using Spring Boot + PostgreSQL + HTML/CSS/JS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ShopKart - E-Commerce Web Application</dc:title>
  <dc:subject>PptxGenJS Presentation</dc:subject>
  <dc:creator>Shwetha V Koppa</dc:creator>
  <cp:lastModifiedBy>Shwetha V Koppa</cp:lastModifiedBy>
  <cp:revision>1</cp:revision>
  <dcterms:created xsi:type="dcterms:W3CDTF">2026-05-17T04:44:34Z</dcterms:created>
  <dcterms:modified xsi:type="dcterms:W3CDTF">2026-05-17T04:44:34Z</dcterms:modified>
</cp:coreProperties>
</file>